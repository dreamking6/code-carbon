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8" r:id="rId4"/>
    <p:sldId id="257" r:id="rId5"/>
    <p:sldId id="259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0261-075B-3134-60C7-2E69FBD27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EEA53-66C3-415A-F13C-76FFEB0C1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E9506-50F7-29E2-C203-37B0BFC6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E82BA-FFB0-9BD2-5A09-C690A34A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F23A0-A18F-9ADF-C3D8-AF2F30A0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55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C5ACA-C5AD-0BCC-64C6-2EBA1426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7E575-CB00-BF2B-C67E-58373439D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E8EF9-2D66-859A-9334-76D16F90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38EBA-B0A5-3B35-EDE7-43772B02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A3BA3-9830-B496-1330-FB33C28C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240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8FC1-FD31-97DB-D6C0-ED5C5E2D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424D6-0FEA-B229-1CF5-5A0D18C11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0B3B-684B-45E0-BD06-D923D8F4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4EC26-4197-663C-C151-4FB0EC5D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CDDA5-E576-D5B5-DC6C-0C82DA44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70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7DBA4-C36A-CB4E-8C4D-F1F882307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E5309-0C02-2C20-ECD9-715B533DA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9FBC2-0832-84AB-DD5A-0419EFFBC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3F28-DFEB-85A3-B0A3-FE9BB77F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FC888-9D02-E439-F588-C120A573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9D02B-0CB1-3EA0-0033-AC9523A0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825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70C7-8062-6728-AFCA-79492893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4BE79-161B-853D-E162-2B094CCC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ED45D-6CC2-050B-4F8D-6705E862E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E738A1-4580-05F0-0B38-B337A1873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7F497-5238-520D-1271-9289565F9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75A51-B4BC-5930-3EA5-58B5111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0DF7E-0752-D6D0-6518-BD666503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5E25E4-AC6A-31F7-F40D-19A00168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008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71F6-F05B-F8AD-2C53-4F8286BF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005D2-6FC6-290D-9B7E-A392B924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CF668-08E8-1C53-B16D-F687D2E2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4BCF2-CB28-0C0F-6FE6-76CBA0E8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371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545B24-129E-9A83-671A-3DED69C50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3C831-6E3C-8F17-6D2B-75102A884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C82C-D964-1755-B003-ADF2EAB4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91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F416-F953-387C-144D-F9EF0BB1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F9CE-9E18-172E-83E0-62A624746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61DA0-15F6-F9D4-5EF7-BB2C4EC30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63450-5776-3A74-6BB6-3F8E91BC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42C32-4AE3-0737-8CC3-94AD37AA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DBD3B-0293-37AC-5E38-EFD0716D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381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9353-97B5-CF6D-6E5B-08C6FBF9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16E9A-2B52-B6B1-C659-2C312E26E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F0D7D-D117-F058-C17F-5DF3484B0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2E104-84EA-5BFD-DDCA-C85F0684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6DFA6-F865-6324-9434-CBC566DD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617C3-8025-51B7-F2D0-84BEDDAF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004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9A39-ECC3-1E16-14D7-A01103B7A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E4C26-1D5A-9CE9-8AF6-747D7D096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0530F-C5BD-2C5A-7359-4C1FD430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6613B-0B50-509C-E262-71087CA3A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AC835-75F9-C4E7-FE99-FB6387C1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748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F1709-5E12-A4F7-24F7-674960F91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F78FA-7DA9-1F0C-AB99-F51BE6515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86934-E29A-577B-0BE2-3A055FA5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E76BB-7822-3218-23DD-3BDA0FCC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B7914-7A4A-593B-EC71-F657F0F5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5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10B8E-729F-9E3A-5A40-524B4BA1D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A2D2F-AE3B-0165-0FA2-435AD863F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46E41-2098-3F7A-85C0-DA9BC42F3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788C3-84A3-4E37-97EA-89F97F31FE8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529AD-1931-5D44-4466-4ACEB31A1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110C3-981E-1513-DF52-5114BEE5D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446AD-68A2-4197-9CE0-7F960D956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05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lose up of a green grass field&#10;&#10;AI-generated content may be incorrect.">
            <a:extLst>
              <a:ext uri="{FF2B5EF4-FFF2-40B4-BE49-F238E27FC236}">
                <a16:creationId xmlns:a16="http://schemas.microsoft.com/office/drawing/2014/main" id="{B9125380-CBEB-2AB6-D09A-C311A429E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706"/>
            <a:ext cx="12192000" cy="812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B06399-B58A-8B6A-B338-599D0631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91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 up of a green grass field">
            <a:extLst>
              <a:ext uri="{FF2B5EF4-FFF2-40B4-BE49-F238E27FC236}">
                <a16:creationId xmlns:a16="http://schemas.microsoft.com/office/drawing/2014/main" id="{B0B9ECE1-2CD9-468A-2363-78C265336C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5462B1-B8D8-566D-68C5-3F0C82177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ts val="14022"/>
              </a:lnSpc>
            </a:pPr>
            <a:r>
              <a:rPr lang="en-US" sz="96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ECO SAVER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70B68-BB15-9507-45FF-D8788A81B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39800" y="3490119"/>
            <a:ext cx="9144000" cy="1655762"/>
          </a:xfrm>
        </p:spPr>
        <p:txBody>
          <a:bodyPr>
            <a:normAutofit/>
          </a:bodyPr>
          <a:lstStyle/>
          <a:p>
            <a:r>
              <a:rPr lang="en-IN" sz="3200" b="1" dirty="0"/>
              <a:t>Presented by: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B000B-B751-A583-E32D-D9D408B905D1}"/>
              </a:ext>
            </a:extLst>
          </p:cNvPr>
          <p:cNvSpPr txBox="1"/>
          <p:nvPr/>
        </p:nvSpPr>
        <p:spPr>
          <a:xfrm>
            <a:off x="2328334" y="4176385"/>
            <a:ext cx="34824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Lokanadham Likhith</a:t>
            </a:r>
            <a:br>
              <a:rPr lang="en-IN" sz="2400" b="1" dirty="0"/>
            </a:br>
            <a:r>
              <a:rPr lang="en-IN" sz="2400" b="1" dirty="0"/>
              <a:t>A Viswas</a:t>
            </a:r>
            <a:br>
              <a:rPr lang="en-IN" sz="2400" b="1" dirty="0"/>
            </a:br>
            <a:r>
              <a:rPr lang="en-IN" sz="2400" b="1" dirty="0"/>
              <a:t>R Neeraj</a:t>
            </a:r>
            <a:br>
              <a:rPr lang="en-IN" sz="2400" b="1" dirty="0"/>
            </a:br>
            <a:r>
              <a:rPr lang="en-IN" sz="2400" b="1" dirty="0"/>
              <a:t>R Tharun Chidambaram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620550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7C830-3F8E-1E62-E1A0-B0010044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 green grass field">
            <a:extLst>
              <a:ext uri="{FF2B5EF4-FFF2-40B4-BE49-F238E27FC236}">
                <a16:creationId xmlns:a16="http://schemas.microsoft.com/office/drawing/2014/main" id="{E1A43306-85FD-6DE3-3D8F-313FDE7604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7F7EBD-9B2A-8330-71FC-9E5D61D0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D3B50-7C0D-C09A-4162-4C23A7F92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are striving to create a smart utility that helps you save electricity!</a:t>
            </a:r>
          </a:p>
          <a:p>
            <a:pPr>
              <a:lnSpc>
                <a:spcPts val="5599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aim of the app is to promote environmental sustainability by helping users reduce their carbon footprint and conserve natural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0465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 green grass field">
            <a:extLst>
              <a:ext uri="{FF2B5EF4-FFF2-40B4-BE49-F238E27FC236}">
                <a16:creationId xmlns:a16="http://schemas.microsoft.com/office/drawing/2014/main" id="{246D8D87-C70D-6F59-84FA-26CEC27C10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D86D8D-BD17-D9F8-3CCC-D013AEE9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6B63-0787-9610-5177-5895FDD17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Eco Saver App is a smart platform designed to promote eco-friendly living by helping users track and reduce electricity, water, and fuel usage. It offers practical tips, energy-saving suggestions, and eco-challenges to encourage sustainable habits and combat pollution and resource overuse.</a:t>
            </a:r>
          </a:p>
        </p:txBody>
      </p:sp>
    </p:spTree>
    <p:extLst>
      <p:ext uri="{BB962C8B-B14F-4D97-AF65-F5344CB8AC3E}">
        <p14:creationId xmlns:p14="http://schemas.microsoft.com/office/powerpoint/2010/main" val="2481530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61BF-B333-0B37-970C-95A4CA59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 green grass field">
            <a:extLst>
              <a:ext uri="{FF2B5EF4-FFF2-40B4-BE49-F238E27FC236}">
                <a16:creationId xmlns:a16="http://schemas.microsoft.com/office/drawing/2014/main" id="{34583C83-AF07-48CB-2D05-27A62E4649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637BFF-26A0-4D2A-FDBC-FC6F61D2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PROBLEM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51EA89B-F02A-D6E2-1CB0-F153166FB1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5731" y="1690688"/>
            <a:ext cx="1138626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Electricity waste increases both financial costs and environmental damage.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energy demand leads to more fossil fuel consumption and carbon emissions, accelerating climate change.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Eco Saver App helps raise awareness about energy conservation.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monitors electricity usage and encourages eco-friendly habits.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are guided to make small, impactful changes for a more sustainable future.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334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8DE0-B55D-0D3E-1E29-ED29101D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 green grass field">
            <a:extLst>
              <a:ext uri="{FF2B5EF4-FFF2-40B4-BE49-F238E27FC236}">
                <a16:creationId xmlns:a16="http://schemas.microsoft.com/office/drawing/2014/main" id="{B1B70E34-58C1-B5AE-428E-4EFCAEB29B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18FAB-2C7B-7C24-B86D-6AB1E38C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53590-CB65-7C41-E522-5D2CDD65A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77" y="1461831"/>
            <a:ext cx="10515600" cy="4351338"/>
          </a:xfrm>
        </p:spPr>
        <p:txBody>
          <a:bodyPr>
            <a:noAutofit/>
          </a:bodyPr>
          <a:lstStyle/>
          <a:p>
            <a:pPr marL="738308" lvl="1" indent="-369154">
              <a:lnSpc>
                <a:spcPct val="100000"/>
              </a:lnSpc>
              <a:buAutoNum type="arabicPeriod"/>
            </a:pPr>
            <a:r>
              <a:rPr lang="en-US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To promote environmental awareness among users by educating them on the impact of excessive resource usage.</a:t>
            </a:r>
          </a:p>
          <a:p>
            <a:pPr marL="738308" lvl="1" indent="-369154">
              <a:lnSpc>
                <a:spcPct val="100000"/>
              </a:lnSpc>
              <a:buAutoNum type="arabicPeriod"/>
            </a:pPr>
            <a:r>
              <a:rPr lang="en-US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To help users monitor and manage their daily electricity, water, and fuel consumption effectively.</a:t>
            </a:r>
          </a:p>
          <a:p>
            <a:pPr marL="738308" lvl="1" indent="-369154">
              <a:lnSpc>
                <a:spcPct val="100000"/>
              </a:lnSpc>
              <a:buAutoNum type="arabicPeriod"/>
            </a:pPr>
            <a:r>
              <a:rPr lang="en-US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To encourage energy conservation through practical tips, reminders, and eco-friendly suggestions.</a:t>
            </a:r>
          </a:p>
          <a:p>
            <a:pPr marL="738308" lvl="1" indent="-369154">
              <a:lnSpc>
                <a:spcPct val="100000"/>
              </a:lnSpc>
              <a:buAutoNum type="arabicPeriod"/>
            </a:pPr>
            <a:r>
              <a:rPr lang="en-US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To reduce carbon footprint by motivating users to adopt sustainable habits and renewable energy sources.</a:t>
            </a:r>
          </a:p>
          <a:p>
            <a:pPr marL="738308" lvl="1" indent="-369154">
              <a:lnSpc>
                <a:spcPct val="100000"/>
              </a:lnSpc>
              <a:buAutoNum type="arabicPeriod"/>
            </a:pPr>
            <a:r>
              <a:rPr lang="en-US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To provide rewards or achievements that inspire users to stay consistent with eco-friendly practices.</a:t>
            </a:r>
          </a:p>
          <a:p>
            <a:pPr marL="738308" lvl="1" indent="-369154">
              <a:lnSpc>
                <a:spcPct val="100000"/>
              </a:lnSpc>
              <a:buAutoNum type="arabicPeriod"/>
            </a:pPr>
            <a:r>
              <a:rPr lang="en-US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To create a digital platform that connects technology with sustainability for a greener future.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dirty="0">
              <a:solidFill>
                <a:srgbClr val="34343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96238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B224-EDDA-C860-7076-8964FE8D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 green grass field">
            <a:extLst>
              <a:ext uri="{FF2B5EF4-FFF2-40B4-BE49-F238E27FC236}">
                <a16:creationId xmlns:a16="http://schemas.microsoft.com/office/drawing/2014/main" id="{5572A41A-1839-10A7-DB5B-24BCBCB6D2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CFC179-E2B7-8B69-9931-2121D81E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4B42-A7C7-42C4-1934-A2B726BD1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507"/>
            <a:ext cx="10515600" cy="4360985"/>
          </a:xfrm>
        </p:spPr>
        <p:txBody>
          <a:bodyPr>
            <a:norm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endParaRPr lang="en-US" sz="3200" dirty="0"/>
          </a:p>
          <a:p>
            <a:pPr>
              <a:lnSpc>
                <a:spcPts val="5180"/>
              </a:lnSpc>
              <a:spcBef>
                <a:spcPct val="0"/>
              </a:spcBef>
            </a:pPr>
            <a:r>
              <a:rPr lang="en-US" sz="3200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The Eco Saver App is designed to result in lower utility bills and a reduced carbon footprint for users by increasing awareness and encouraging eco-friendly habits through usage tracking, practical tips, and challenges related to electricity, water, and fuel consumption.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96394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44B1C-6186-3D65-4916-5E1237D0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 green grass field">
            <a:extLst>
              <a:ext uri="{FF2B5EF4-FFF2-40B4-BE49-F238E27FC236}">
                <a16:creationId xmlns:a16="http://schemas.microsoft.com/office/drawing/2014/main" id="{2156D510-0135-4F82-9DF9-72914D9C2D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9C5A94-4E8E-E22F-C701-B7EED97F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BB79B-59D6-8B11-6C0E-1B1F1C696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The Eco Saver App offers a critical solution to environmental challenges. </a:t>
            </a:r>
          </a:p>
          <a:p>
            <a:r>
              <a:rPr lang="en-US" sz="3200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It effectively empowers users to save money on utility bills while significantly reducing their carbon footprint and resource waste by tracking usage and promoting sustainable daily habits. </a:t>
            </a:r>
          </a:p>
          <a:p>
            <a:r>
              <a:rPr lang="en-US" sz="3200" dirty="0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Ultimately, the app helps bridge the gap between environmental awareness and real-world action.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48428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8A78-57DD-2881-0101-E3DD9844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 green grass field">
            <a:extLst>
              <a:ext uri="{FF2B5EF4-FFF2-40B4-BE49-F238E27FC236}">
                <a16:creationId xmlns:a16="http://schemas.microsoft.com/office/drawing/2014/main" id="{C64EE871-89EF-34B9-29FE-9E6786AD80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334DFA-A5FF-C8FC-0150-FAFBB015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88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501738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366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Canva Sans</vt:lpstr>
      <vt:lpstr>Glacial Indifference Bold</vt:lpstr>
      <vt:lpstr>Office Theme</vt:lpstr>
      <vt:lpstr>PowerPoint Presentation</vt:lpstr>
      <vt:lpstr>ECO SAVER APP</vt:lpstr>
      <vt:lpstr>OVERVIEW</vt:lpstr>
      <vt:lpstr>INTRODUCTION</vt:lpstr>
      <vt:lpstr>PROBLEM</vt:lpstr>
      <vt:lpstr>OBJECTIVE</vt:lpstr>
      <vt:lpstr>RESULT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Likhith Lokanadham</dc:creator>
  <cp:lastModifiedBy>Likhith Lokanadham</cp:lastModifiedBy>
  <cp:revision>1</cp:revision>
  <dcterms:created xsi:type="dcterms:W3CDTF">2025-11-06T10:00:20Z</dcterms:created>
  <dcterms:modified xsi:type="dcterms:W3CDTF">2025-11-06T10:14:06Z</dcterms:modified>
</cp:coreProperties>
</file>